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CORTEX Dictionary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Corpus-Driven Dictionary Editor</a:t>
            </a:r>
          </a:p>
          <a:p>
            <a:r>
              <a:t>Features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Corpus Management &amp;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Monolingual and Parallel Corpora in multiple formats (XML, TXT, CSV, XLSX).</a:t>
            </a:r>
          </a:p>
          <a:p>
            <a:pPr/>
            <a:r>
              <a:t>Dynamic ingest and database indexing via DuckDB for fast querying.</a:t>
            </a:r>
          </a:p>
          <a:p>
            <a:pPr/>
            <a:r>
              <a:t>Easily choose between 'Built-In' corpora on disk or upload files securely.</a:t>
            </a:r>
          </a:p>
          <a:p>
            <a:pPr/>
            <a:r>
              <a:t>Handles both Source and Target alignments for Parallel corpus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Comprehensive Phrase &amp; Keyword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single words or complex multi-word phrases.</a:t>
            </a:r>
          </a:p>
          <a:p>
            <a:pPr/>
            <a:r>
              <a:t>Integrated Autocomplete based on loaded corpora and metadata.</a:t>
            </a:r>
          </a:p>
          <a:p>
            <a:pPr/>
            <a:r>
              <a:t>Constituent word breakdown &amp; automatically linked phrases.</a:t>
            </a:r>
          </a:p>
          <a:p>
            <a:pPr/>
            <a:r>
              <a:t>Instant feedback on missing terms or hidden terms under current filters.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Advanced Statistical Context (PMW &amp; Zipf)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Frequency metrics calculated contextually per selected corpus.</a:t>
            </a:r>
          </a:p>
          <a:p>
            <a:pPr/>
            <a:r>
              <a:t>PMW (Per Million Words) indicator with relative bar chart UI.</a:t>
            </a:r>
          </a:p>
          <a:p>
            <a:pPr/>
            <a:r>
              <a:t>Zipf scale visualization (1-5) for intuitive word rarity understanding.</a:t>
            </a:r>
          </a:p>
          <a:p>
            <a:pPr/>
            <a:r>
              <a:t>Rank collocation strength explicitly evaluated for nodes.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Robust Collocation &amp; N-Grams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Top-20 Collocates based on statistical metrics (e.g., Log-Likelihood).</a:t>
            </a:r>
          </a:p>
          <a:p>
            <a:pPr/>
            <a:r>
              <a:t>Forward and Backward N-gram search showing the 'Phrase + Word' or 'Word + Phrase' contexts.</a:t>
            </a:r>
          </a:p>
          <a:p>
            <a:pPr/>
            <a:r>
              <a:t>Interactive Radial Network Graph (LancsBox style) visualizing collocates:</a:t>
            </a:r>
          </a:p>
          <a:p>
            <a:pPr/>
            <a:r>
              <a:t> - Distance indicates strength.</a:t>
            </a:r>
          </a:p>
          <a:p>
            <a:pPr/>
            <a:r>
              <a:t> - Size indicates frequency.</a:t>
            </a:r>
          </a:p>
          <a:p>
            <a:pPr/>
            <a:r>
              <a:t> - Left vs. right positional dominance.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KWIC (Key Word In Context)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Interactive, heavily-formatted Concordance Lines.</a:t>
            </a:r>
          </a:p>
          <a:p>
            <a:pPr/>
            <a:r>
              <a:t>Highlights Node word in distinct styles.</a:t>
            </a:r>
          </a:p>
          <a:p>
            <a:pPr/>
            <a:r>
              <a:t>Specific Collocate usage examples isolating sentences where a node and collocate appear together.</a:t>
            </a:r>
          </a:p>
          <a:p>
            <a:pPr/>
            <a:r>
              <a:t>Translates parallel lines automatically below sentence examples.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Vocabulary Profiling &amp; Badges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Intelligently evaluates vocabulary using POS tags.</a:t>
            </a:r>
          </a:p>
          <a:p>
            <a:pPr/>
            <a:r>
              <a:t>Integrates seamlessly with CEFR, GSL, NGSL, AWL metrics natively via python libraries.</a:t>
            </a:r>
          </a:p>
          <a:p>
            <a:pPr/>
            <a:r>
              <a:t>Allows custom User-Defined Wordlists (via .txt uploads) applied across languages.</a:t>
            </a:r>
          </a:p>
          <a:p>
            <a:pPr/>
            <a:r>
              <a:t>Dynamic rendering of visual badges on dictionary entries.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AI-Powered Dictionary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Local AI (Ollama) or Cloud AI (Google Gemini).</a:t>
            </a:r>
          </a:p>
          <a:p>
            <a:pPr/>
            <a:r>
              <a:t>Automatically generate missing Definitions, Pronunciations, and Collocate examples.</a:t>
            </a:r>
          </a:p>
          <a:p>
            <a:pPr/>
            <a:r>
              <a:t>Extract KWIC samples to feed into contextual AI prompts.</a:t>
            </a:r>
          </a:p>
          <a:p>
            <a:pPr/>
            <a:r>
              <a:t>Provides real-time 'Accept or Dismiss' options for AI-suggested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Corpus Statistic &amp; Frequency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dashboard displaying Total Tokens, Lemmas, and Unique POS Tags.</a:t>
            </a:r>
          </a:p>
          <a:p>
            <a:pPr/>
            <a:r>
              <a:t>Displays a fully comprehensive, downloadable Excel (xlsx) Frequency List.</a:t>
            </a:r>
          </a:p>
          <a:p>
            <a:pPr/>
            <a:r>
              <a:t>Interactive Pandas dataframe display inside the view with clickable navigation.</a:t>
            </a:r>
          </a:p>
          <a:p>
            <a:pPr/>
            <a:r>
              <a:t>Easily inspect how widespread a term is across the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Personal Overrides &amp; Data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and edit new lexical dictionary sense fields dynamically via the UI.</a:t>
            </a:r>
          </a:p>
          <a:p>
            <a:pPr/>
            <a:r>
              <a:t>Save changes automatically to a personalized local json configuration.</a:t>
            </a:r>
          </a:p>
          <a:p>
            <a:pPr/>
            <a:r>
              <a:t>Changes made persistently reflect during search and across Corpus Statistics.</a:t>
            </a:r>
          </a:p>
          <a:p>
            <a:pPr/>
            <a:r>
              <a:t>Allows for complete collaborative editing workflows within a lab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